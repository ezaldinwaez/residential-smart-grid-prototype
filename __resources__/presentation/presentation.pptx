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1" r:id="rId8"/>
    <p:sldId id="261" r:id="rId9"/>
    <p:sldId id="262" r:id="rId10"/>
    <p:sldId id="273" r:id="rId11"/>
    <p:sldId id="274" r:id="rId12"/>
    <p:sldId id="263" r:id="rId13"/>
    <p:sldId id="264" r:id="rId14"/>
    <p:sldId id="275" r:id="rId15"/>
    <p:sldId id="265" r:id="rId16"/>
    <p:sldId id="267" r:id="rId17"/>
    <p:sldId id="276" r:id="rId18"/>
    <p:sldId id="278" r:id="rId19"/>
    <p:sldId id="266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86" autoAdjust="0"/>
    <p:restoredTop sz="94660"/>
  </p:normalViewPr>
  <p:slideViewPr>
    <p:cSldViewPr snapToGrid="0">
      <p:cViewPr>
        <p:scale>
          <a:sx n="50" d="100"/>
          <a:sy n="50" d="100"/>
        </p:scale>
        <p:origin x="51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5C8F-2DD2-DD2D-14BE-9C66912AC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A9940-3F32-7211-AC87-70AC539BB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A8E81-CB19-3BF7-5EDF-BFEE6EBC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57526-2D13-39D8-7C60-FE076289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77423-8C76-B06C-918C-89159844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7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7765-1B2C-2534-E50D-35F1D0497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rtl="1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CBC0-838B-7EC7-E0F2-0DE2F2373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EF8CA-E694-25FC-307A-0CDC47EA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9728-39C8-6D2D-1F71-A1827F41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8CC78-4D24-85B5-4C9F-BCA66F55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1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2C29-F8A2-21EF-356B-CBAE03A6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37260-2D4A-DCD9-9B06-A7890CDAF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24C5C-DBE5-28CB-FFC8-230A1A32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455F-B648-0F11-E997-661D4815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1A9E4-4D69-74DA-DA55-8D3044F9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3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6500-B13F-5E54-BA28-F3E37CD8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9C07-B8C6-E279-3A0F-F593C400C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5B289-8238-ABE7-4DFC-7E877757F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20F71-8420-EEEF-07D2-70C8D05C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11235-4AE5-04F1-B843-1310F1C5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393B4-8BFF-E701-29C3-480A46C8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6BA5-1ED8-7FE0-093D-FCEA9D4C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8E5B2-D580-12F5-31D9-98B235218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919B1-E8B0-6DEA-5B45-87EC8430F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4FB0-9DC4-6980-2D7A-211A625A8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D5801-0EEF-735D-49A0-0BA2AB098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D9C30-06A5-F579-9DF0-715D4F80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DD9DA-79CF-01AA-5C69-7F031089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E0445-2F33-B6A5-801B-81CA4752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7C3E-ECB1-6E2C-B588-67321744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87816-EA48-29FD-96C2-D2ECCD6C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07007-7DA5-E725-20E3-AEB8BF6C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DBEFF-61A7-1191-6F15-A92B190C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7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4843B-CD8B-B1AF-B645-43979326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5D043-80A5-A334-52D2-DB083DC4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6D41A-B0E9-8C4B-61E6-03223893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4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41BB-F8A8-2E2B-50AF-088989BC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014AD-0765-25CA-8FEE-FC75691E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1EE69-4F04-AAA2-D0B3-C61C3C968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88EFE-5657-5300-9CFD-6582DC69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37332-386B-EC18-2850-12941267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840E0-2AD6-26DC-FD5E-8F657875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7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2326-BFFD-B9D6-1030-CF771AB6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FEE5-26A5-BBC2-A74E-1521A6166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1DD58-FE3D-DD5C-2A31-30A6F9788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8E0F3-0F8A-259A-FC9B-67B09FB19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86D9B-BA1C-626D-14D6-5BE8F7EB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7E1A3-D89C-7D71-4F65-63D79129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1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933B-27EB-4A24-969B-62E90859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C426A-30D9-4ADD-4E57-F902F0E70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946B4-804C-A611-2BB5-91336B6A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E9109-9D28-8965-55B9-64D50260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0BE51-D0E7-77EA-9372-E5C0C04C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1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FA66F6-026A-E117-928F-12B09F3CB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38F74-B07F-E063-F056-265B51745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0050A-792F-296F-CCEA-FF7FA1E6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353B0-6F85-A11F-5ACD-519D353B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06C6-CC57-E812-7306-EF30D35F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4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0A432-20C1-E13B-A599-0DBB4074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95E48-8E48-6D8B-F1A3-93A9C51C4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23EB-B45C-8562-A710-398105E3D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7B4DA-D226-4074-81ED-FFB4BEA6E94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7BE9A-05E3-EC32-9CC3-4D7842F0A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23FE3-6AEC-1742-F768-5BFF02EC4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535E0-AFAC-40BE-A34C-9724E476B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7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!!GP">
            <a:extLst>
              <a:ext uri="{FF2B5EF4-FFF2-40B4-BE49-F238E27FC236}">
                <a16:creationId xmlns:a16="http://schemas.microsoft.com/office/drawing/2014/main" id="{42D7BF5A-CE8D-5182-B039-E0A0912960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34A164-10A8-CD78-7D84-34E0FE6A7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739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Residential Smart Grid</a:t>
            </a:r>
            <a:br>
              <a:rPr lang="en-US" sz="8000" dirty="0"/>
            </a:br>
            <a:r>
              <a:rPr lang="en-US" sz="8000" dirty="0"/>
              <a:t>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BB7DB-90E7-A6AD-5D54-A87D9B2E4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2721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ar-SY" b="1" dirty="0"/>
              <a:t>إعداد</a:t>
            </a:r>
            <a:br>
              <a:rPr lang="ar-SY" dirty="0"/>
            </a:br>
            <a:r>
              <a:rPr lang="ar-SY" dirty="0"/>
              <a:t>عز الدين واعظ؛ عبد الله نعال؛ محمد لبنية؛ عبدو كيالي؛ روبي العباسي</a:t>
            </a:r>
            <a:br>
              <a:rPr lang="ar-SY" dirty="0"/>
            </a:br>
            <a:endParaRPr lang="ar-SY" dirty="0"/>
          </a:p>
          <a:p>
            <a:r>
              <a:rPr lang="ar-SY" b="1" dirty="0"/>
              <a:t>إشراف</a:t>
            </a:r>
            <a:br>
              <a:rPr lang="ar-SY" dirty="0"/>
            </a:br>
            <a:r>
              <a:rPr lang="ar-SY" dirty="0"/>
              <a:t>د. فادي فرحة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591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82F0-C3AA-3DC4-8156-FAC9EB7E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Y" dirty="0"/>
              <a:t>نظرة عامة عن المشروع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688C0-268D-D5D0-4CE1-3F2ED5B59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ar-SY" dirty="0"/>
              <a:t>في المباني السكنية حيث يمتلك كل منزل نظامه الشمسي الخاص وبطاريته، تولد بعض النظم طاقة فائضة عن حاجة أصحابها، بينما يفتقر آخرون للطاقة.</a:t>
            </a:r>
          </a:p>
          <a:p>
            <a:pPr algn="just">
              <a:lnSpc>
                <a:spcPct val="100000"/>
              </a:lnSpc>
            </a:pPr>
            <a:r>
              <a:rPr lang="ar-SY" dirty="0"/>
              <a:t>من الممكن مشاركة تلك الطاقة الفائضة مع المنازل التي تفتقر إليها دون أي تكلفة على المنازل ذات الفائض.</a:t>
            </a:r>
          </a:p>
          <a:p>
            <a:pPr algn="just">
              <a:lnSpc>
                <a:spcPct val="100000"/>
              </a:lnSpc>
            </a:pPr>
            <a:r>
              <a:rPr lang="ar-SY" dirty="0"/>
              <a:t>يوفر نظام</a:t>
            </a:r>
            <a:r>
              <a:rPr lang="en-US" dirty="0"/>
              <a:t>RSGP (Residential Smart Grid Prototype) </a:t>
            </a:r>
            <a:r>
              <a:rPr lang="ar-SY" dirty="0"/>
              <a:t> حلاً ذكياً من خلال نظام شمسي مشترك يتتبع احتياجات المنازل وأنماط الاستهلاك للحد من الطاقة المهدورة.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424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60D4-E0C3-273D-42A1-B7733937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Y" dirty="0"/>
              <a:t>نظرة عامة عن المشروع</a:t>
            </a:r>
            <a:endParaRPr lang="en-US" dirty="0"/>
          </a:p>
        </p:txBody>
      </p:sp>
      <p:pic>
        <p:nvPicPr>
          <p:cNvPr id="8" name="!!G">
            <a:extLst>
              <a:ext uri="{FF2B5EF4-FFF2-40B4-BE49-F238E27FC236}">
                <a16:creationId xmlns:a16="http://schemas.microsoft.com/office/drawing/2014/main" id="{986E002F-69A3-EAE9-E3E8-F5871AC0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1690688"/>
            <a:ext cx="10659963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66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4DFA-72EB-522C-D0F5-AA9888C1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140F4405-34C8-89A9-9E58-2D2D3A287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70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E46F-131C-1F92-162F-F231FB1A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35930F4B-48A4-24CC-4580-B4E3D40E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00" y="-17498690"/>
            <a:ext cx="23050500" cy="2400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90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972E-1CBB-E442-A61C-B221018B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14E5D710-3E11-99CA-1744-E63FB77CE3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00" y="-17498690"/>
            <a:ext cx="23050500" cy="24001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84DBA0-D2AF-8A08-6391-F5DBD4130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71" y="686143"/>
            <a:ext cx="9142857" cy="5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3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9150-FB6E-20C7-0BD3-5CF92E41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4E1E949C-37AD-1D03-6A1E-410A94B235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00" y="-17498690"/>
            <a:ext cx="23050500" cy="24001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415960-C116-4D5C-3BFA-0AEB724A4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71" y="686143"/>
            <a:ext cx="9142857" cy="5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75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976E-F2E2-B6B3-4828-56B5665B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86361226-613A-80AD-183E-131D34A3A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10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B389-FEAE-8FDA-29EA-98D72A81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C0B3FC95-751E-7EEB-BADE-92EB4F289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9943" y="-226362"/>
            <a:ext cx="13682586" cy="1424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1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F3E6-20AF-24B0-6AE4-C330E9B1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B5D1240B-E84E-27CE-1E4B-3C9C8797BA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9943" y="-226362"/>
            <a:ext cx="13682586" cy="142471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007D8B-E73E-9D59-7E93-EF2111D0C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52"/>
          <a:stretch>
            <a:fillRect/>
          </a:stretch>
        </p:blipFill>
        <p:spPr>
          <a:xfrm>
            <a:off x="3138857" y="2143309"/>
            <a:ext cx="5914286" cy="25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4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8954-2AE6-CF3E-652C-CFC71574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D2834A01-5F9A-471E-C377-E30C98885E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9943" y="-226362"/>
            <a:ext cx="13682586" cy="142471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3BDB99-5A01-A15B-267C-DF3A27B08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833972"/>
            <a:ext cx="5105400" cy="5190056"/>
          </a:xfrm>
          <a:prstGeom prst="rect">
            <a:avLst/>
          </a:prstGeom>
          <a:ln w="3175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52739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5EDF-9B14-375F-13FD-4CD781A5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CB4E15FA-C83F-02A8-4F5E-F79B6D7BF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7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9AE1-CB1F-B1F2-8FB3-16DB2013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13B135B7-78CB-A48B-7146-AD9B80269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53" y="-10336681"/>
            <a:ext cx="21830894" cy="2273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465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7B26-33BB-63F8-B70F-45C7960E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8D179602-5CB3-15A3-E25F-04C2299AFA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953" y="-10336681"/>
            <a:ext cx="21830894" cy="227316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4D2A8-9C51-F6CE-9522-C9AB1D910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613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154D-FC96-71DA-D262-EEDC7652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DCB8663C-1038-F0A1-FD9E-3E5BB07AB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80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AB68E-DCC3-20D7-D8DD-9BDAC6A1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57D00590-94BD-0FB0-C376-419CA2590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407400" y="-5973287"/>
            <a:ext cx="18059400" cy="188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44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AF8B-E35C-888A-047F-4FF1F655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E6A3DE9A-793E-E95B-EF9A-F8C17F6BC0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407400" y="-5973287"/>
            <a:ext cx="18059400" cy="18804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B227AD-5084-1812-D302-49400A045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787940"/>
            <a:ext cx="9944100" cy="528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03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F469-8274-4F84-D3E2-99B42A68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724E11E2-A370-F02E-3005-C52B277ECC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407400" y="-5973287"/>
            <a:ext cx="18059400" cy="188045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EE03AE-3AAF-D56E-0876-3920AC389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762000"/>
            <a:ext cx="711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723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04A9-C804-9F8D-9183-1C3D7D8C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38BDAA33-F7DE-811B-4C1C-5F11F620A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34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3505-D683-60B7-68B3-AD39F47E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G">
            <a:extLst>
              <a:ext uri="{FF2B5EF4-FFF2-40B4-BE49-F238E27FC236}">
                <a16:creationId xmlns:a16="http://schemas.microsoft.com/office/drawing/2014/main" id="{2E867B17-0D6D-A81C-5EB8-F84E02C8C8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1394" y="154640"/>
            <a:ext cx="6289212" cy="65487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BB1F416-54C9-0A29-45FE-7F03397D2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Y" dirty="0"/>
              <a:t>النهاية ...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8264235-3DE0-6D70-1201-AA5E6F38E9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Y" dirty="0"/>
              <a:t>نرجو أن ينال المشروع إعجابكم!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040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117</Words>
  <Application>Microsoft Office PowerPoint</Application>
  <PresentationFormat>Widescreen</PresentationFormat>
  <Paragraphs>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Candara</vt:lpstr>
      <vt:lpstr>Office Theme</vt:lpstr>
      <vt:lpstr>Residential Smart Grid Prototype</vt:lpstr>
      <vt:lpstr>نظرة عامة عن المشروع</vt:lpstr>
      <vt:lpstr>نظرة عامة عن المشروع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النهاية 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 Aldin Waez</dc:creator>
  <cp:lastModifiedBy>Ez Aldin Waez</cp:lastModifiedBy>
  <cp:revision>2</cp:revision>
  <dcterms:created xsi:type="dcterms:W3CDTF">2025-09-09T16:49:07Z</dcterms:created>
  <dcterms:modified xsi:type="dcterms:W3CDTF">2025-09-09T17:37:55Z</dcterms:modified>
</cp:coreProperties>
</file>